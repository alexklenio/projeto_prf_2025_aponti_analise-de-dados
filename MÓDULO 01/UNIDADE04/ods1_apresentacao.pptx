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5B2C8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206240" cy="4206240"/>
          </a:xfrm>
          <a:prstGeom prst="ellipse">
            <a:avLst/>
          </a:prstGeom>
          <a:solidFill>
            <a:srgbClr val="D4A017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DESENVOLVIMENTO SUSTENTÁVEL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1  —  Erradicação da Pobreza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Mapeamento de Vulnerabilidade Social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de apoio à decisão para priorização e cálculo de auxílio emergencial, construído em Python e Pandas.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537667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52120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Lopes   •   Thyago Antonio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48056"/>
            <a:ext cx="8686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Motivação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6309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2200"/>
              </a:spcAft>
              <a:buSzPct val="100000"/>
              <a:buChar char="■"/>
            </a:pPr>
            <a:r>
              <a:rPr lang="en-US" sz="1650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Apoiar uma ONG na identificação de famílias em situação de vulnerabilidade socioeconômica.</a:t>
            </a:r>
            <a:endParaRPr lang="en-US" sz="1650" dirty="0"/>
          </a:p>
          <a:p>
            <a:pPr marL="228600" indent="-228600">
              <a:lnSpc>
                <a:spcPct val="125000"/>
              </a:lnSpc>
              <a:spcAft>
                <a:spcPts val="2200"/>
              </a:spcAft>
              <a:buSzPct val="100000"/>
              <a:buChar char="■"/>
            </a:pPr>
            <a:r>
              <a:rPr lang="en-US" sz="1650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além da renda: considera desemprego, idade, deficiência, moradia e escolaridade.</a:t>
            </a:r>
            <a:endParaRPr lang="en-US" sz="1650" dirty="0"/>
          </a:p>
          <a:p>
            <a:pPr marL="228600" indent="-228600">
              <a:lnSpc>
                <a:spcPct val="125000"/>
              </a:lnSpc>
              <a:spcAft>
                <a:spcPts val="2200"/>
              </a:spcAft>
              <a:buSzPct val="100000"/>
              <a:buChar char="■"/>
            </a:pPr>
            <a:r>
              <a:rPr lang="en-US" sz="1650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Score de Vulnerabilidade torna a priorização objetiva e transparente.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7223760" y="1691640"/>
            <a:ext cx="4416552" cy="4206240"/>
          </a:xfrm>
          <a:prstGeom prst="roundRect">
            <a:avLst>
              <a:gd name="adj" fmla="val 2609"/>
            </a:avLst>
          </a:prstGeom>
          <a:solidFill>
            <a:srgbClr val="F5F0FA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23760" y="1874520"/>
            <a:ext cx="4416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5B2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23,1%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7498080" y="2788920"/>
            <a:ext cx="3867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população brasileira vivia abaixo da linha de pobreza em 2024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863840" y="3520440"/>
            <a:ext cx="3136392" cy="0"/>
          </a:xfrm>
          <a:prstGeom prst="line">
            <a:avLst/>
          </a:prstGeom>
          <a:noFill/>
          <a:ln w="12700">
            <a:solidFill>
              <a:srgbClr val="E0D5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0" y="3657600"/>
            <a:ext cx="4416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2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452360" y="4160520"/>
            <a:ext cx="3959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extrema pobreza (renda &lt; R$ 218/mês) — a mesma linha usada neste sistema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52360" y="507492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IBGE — Síntese de Indicadores Sociais (dez/2025)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48056"/>
            <a:ext cx="8686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18488"/>
            <a:ext cx="420624" cy="420624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1727850"/>
            <a:ext cx="201900" cy="201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0432" y="1545336"/>
            <a:ext cx="10469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Vulnerabilidade multicritério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170432" y="1819656"/>
            <a:ext cx="10469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pontos de 8 fatores sociais, econômicos e habitacionais para medir a vulnerabilidade.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2395728"/>
            <a:ext cx="420624" cy="420624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2505090"/>
            <a:ext cx="201900" cy="201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432" y="2322576"/>
            <a:ext cx="10469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automática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170432" y="2596896"/>
            <a:ext cx="10469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níveis: Muito Baixa, Baixa, Média, Alta e Extrema.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48640" y="3172968"/>
            <a:ext cx="420624" cy="420624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02" y="3282330"/>
            <a:ext cx="201900" cy="201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0432" y="3099816"/>
            <a:ext cx="10469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Auxílio proporcional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1170432" y="3374136"/>
            <a:ext cx="10469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classificação tem um valor de auxílio sugerido, de R$ 0 a R$ 1.000.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48640" y="3950208"/>
            <a:ext cx="420624" cy="420624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02" y="4059570"/>
            <a:ext cx="201900" cy="2019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70432" y="3877056"/>
            <a:ext cx="10469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validadas e à prova de erros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1170432" y="4151376"/>
            <a:ext cx="10469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números e respostas sim/não; trata divisão por zero na renda per capita.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548640" y="4727448"/>
            <a:ext cx="420624" cy="420624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002" y="4836810"/>
            <a:ext cx="201900" cy="2019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70432" y="4654296"/>
            <a:ext cx="10469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 Pandas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1170432" y="4928616"/>
            <a:ext cx="10469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 filtra, o score ordena e o resultado é exportado em CSV.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548640" y="5504688"/>
            <a:ext cx="420624" cy="420624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002" y="5614050"/>
            <a:ext cx="201900" cy="2019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70432" y="5431536"/>
            <a:ext cx="10469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450" dirty="0"/>
          </a:p>
        </p:txBody>
      </p:sp>
      <p:sp>
        <p:nvSpPr>
          <p:cNvPr id="28" name="Text 19"/>
          <p:cNvSpPr/>
          <p:nvPr/>
        </p:nvSpPr>
        <p:spPr>
          <a:xfrm>
            <a:off x="1170432" y="5705856"/>
            <a:ext cx="10469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vulnerabilidade e auxílio sugerido ficam explícitos no resultado.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48056"/>
            <a:ext cx="8686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do Sistema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234440" y="2468880"/>
            <a:ext cx="822960" cy="822960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410" y="2682850"/>
            <a:ext cx="395021" cy="3950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57400" y="2395728"/>
            <a:ext cx="14013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48640" y="34564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&amp;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4069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dos dados de cada família pelo terminal.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458718" y="2468880"/>
            <a:ext cx="822960" cy="822960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688" y="2682850"/>
            <a:ext cx="395021" cy="3950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81678" y="2395728"/>
            <a:ext cx="14013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2772918" y="34564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772918" y="4069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per capita e Score de Vulnerabilidade.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682996" y="2468880"/>
            <a:ext cx="822960" cy="822960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966" y="2682850"/>
            <a:ext cx="395021" cy="3950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05956" y="2395728"/>
            <a:ext cx="14013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4997196" y="34564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Auxílio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97196" y="4069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vulnerabilidade e valor sugerido.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907274" y="2468880"/>
            <a:ext cx="822960" cy="822960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244" y="2682850"/>
            <a:ext cx="395021" cy="39502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30234" y="2395728"/>
            <a:ext cx="14013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7221474" y="34564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&amp;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221474" y="4069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 + organização com Pandas.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10131552" y="2468880"/>
            <a:ext cx="822960" cy="822960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5522" y="2682850"/>
            <a:ext cx="395021" cy="39502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445752" y="34564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Exibição &amp;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9445752" y="4069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3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no terminal e arquivo CSV.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48056"/>
            <a:ext cx="8686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Foi Construído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Código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201168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&amp; Validação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2304288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E1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obter_valor_float() · obter_valor_inteiro() · obter_valor_booleano() · coletar_familias()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338328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&amp; Classificação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675888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E1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calcular_renda_per_capita() · calcular_score_vulnerabilidade() · classificar_vulnerabilidade() · calcular_auxilio_emergencial() · processar_familias()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75488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&amp; Saída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5047488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E1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filtrar_familias_prioritarias() · gerar_dataframe_prioritarias() · formatar_moeda() · exportar_csv() · main()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98080" y="1508760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498080" y="2057400"/>
            <a:ext cx="384048" cy="384048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932" y="2157252"/>
            <a:ext cx="184343" cy="18434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28432" y="205740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7498080" y="2624328"/>
            <a:ext cx="384048" cy="384048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932" y="2724180"/>
            <a:ext cx="184343" cy="184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28432" y="262432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7498080" y="3191256"/>
            <a:ext cx="384048" cy="384048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932" y="3291108"/>
            <a:ext cx="184343" cy="1843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28432" y="3191256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498080" y="3758184"/>
            <a:ext cx="384048" cy="384048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7932" y="3858036"/>
            <a:ext cx="184343" cy="18434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28432" y="3758184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7498080" y="4325112"/>
            <a:ext cx="384048" cy="384048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7932" y="4424964"/>
            <a:ext cx="184343" cy="18434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028432" y="432511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7498080" y="4892040"/>
            <a:ext cx="384048" cy="384048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7932" y="4991892"/>
            <a:ext cx="184343" cy="18434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028432" y="489204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5B2C8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566928" cy="566928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787481"/>
            <a:ext cx="272125" cy="272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2768" y="5669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Além do desafio mínimo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691640"/>
            <a:ext cx="10543032" cy="1417320"/>
          </a:xfrm>
          <a:prstGeom prst="roundRect">
            <a:avLst>
              <a:gd name="adj" fmla="val 6452"/>
            </a:avLst>
          </a:prstGeom>
          <a:solidFill>
            <a:srgbClr val="35264A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7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ORIGINAL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3000" y="2212848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BD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renda familiar  →  per capita  →  filtro  →  DataFrame  →  CSV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3337560"/>
            <a:ext cx="10543032" cy="1737360"/>
          </a:xfrm>
          <a:prstGeom prst="roundRect">
            <a:avLst>
              <a:gd name="adj" fmla="val 5263"/>
            </a:avLst>
          </a:prstGeom>
          <a:solidFill>
            <a:srgbClr val="5B2C82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ENTREGUE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43000" y="3858768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Score de Vulnerabilidade   •   Classificação em 5 níveis   •   Auxílio sugerido automático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2960" y="534924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C7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pequeno sistema de apoio à decisão — mais próximo de uma aplicação real do que da exigência mínima do desafio.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22960" y="6080760"/>
            <a:ext cx="384048" cy="384048"/>
          </a:xfrm>
          <a:prstGeom prst="ellipse">
            <a:avLst/>
          </a:prstGeom>
          <a:solidFill>
            <a:srgbClr val="5B2C8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12" y="6180612"/>
            <a:ext cx="184343" cy="18434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Lopes   •   Thyago Antonio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2026-07-29T22:50:26Z</dcterms:created>
  <dcterms:modified xsi:type="dcterms:W3CDTF">2026-07-29T22:50:26Z</dcterms:modified>
</cp:coreProperties>
</file>